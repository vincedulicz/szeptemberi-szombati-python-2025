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Projekt feladat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83617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Határidők betartása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 smtClean="0"/>
              <a:t>Projekt </a:t>
            </a:r>
            <a:r>
              <a:rPr lang="hu-HU" sz="2400" dirty="0"/>
              <a:t>időben kiválasztva </a:t>
            </a:r>
            <a:r>
              <a:rPr lang="hu-HU" sz="2400" dirty="0" smtClean="0"/>
              <a:t>2025.12.27 </a:t>
            </a:r>
            <a:r>
              <a:rPr lang="hu-HU" sz="2400" dirty="0"/>
              <a:t>(PF1 elfogadva és PF4 elfogadva)</a:t>
            </a:r>
          </a:p>
          <a:p>
            <a:r>
              <a:rPr lang="hu-HU" sz="2400" dirty="0" smtClean="0"/>
              <a:t>Specifikáció </a:t>
            </a:r>
            <a:r>
              <a:rPr lang="hu-HU" sz="2400" dirty="0"/>
              <a:t>időben elkészült </a:t>
            </a:r>
            <a:r>
              <a:rPr lang="hu-HU" sz="2400" dirty="0" smtClean="0"/>
              <a:t>2026.01.11. </a:t>
            </a:r>
            <a:r>
              <a:rPr lang="hu-HU" sz="2400" dirty="0"/>
              <a:t>(PF2 elfogadva és PF4 elfogadva)</a:t>
            </a:r>
          </a:p>
          <a:p>
            <a:r>
              <a:rPr lang="hu-HU" sz="2400" dirty="0" smtClean="0"/>
              <a:t>Félkész </a:t>
            </a:r>
            <a:r>
              <a:rPr lang="hu-HU" sz="2400" dirty="0"/>
              <a:t>projekt időben elkészült </a:t>
            </a:r>
            <a:r>
              <a:rPr lang="hu-HU" sz="2400" dirty="0" smtClean="0"/>
              <a:t>2025.01.25. </a:t>
            </a:r>
            <a:r>
              <a:rPr lang="hu-HU" sz="2400" dirty="0"/>
              <a:t>(PF3 elfogadva és PF4 elfogadva)</a:t>
            </a:r>
          </a:p>
          <a:p>
            <a:r>
              <a:rPr lang="hu-HU" sz="2400" dirty="0" smtClean="0"/>
              <a:t>Végleges </a:t>
            </a:r>
            <a:r>
              <a:rPr lang="hu-HU" sz="2400" dirty="0"/>
              <a:t>projekt időben elkészült </a:t>
            </a:r>
            <a:r>
              <a:rPr lang="hu-HU" sz="2400" dirty="0" smtClean="0"/>
              <a:t>2025.02.15. </a:t>
            </a:r>
            <a:r>
              <a:rPr lang="hu-HU" sz="2400" dirty="0"/>
              <a:t>(PF4 elfogadva)</a:t>
            </a:r>
          </a:p>
        </p:txBody>
      </p:sp>
    </p:spTree>
    <p:extLst>
      <p:ext uri="{BB962C8B-B14F-4D97-AF65-F5344CB8AC3E}">
        <p14:creationId xmlns:p14="http://schemas.microsoft.com/office/powerpoint/2010/main" val="3144931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Részfeladatok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170947"/>
          </a:xfrm>
        </p:spPr>
        <p:txBody>
          <a:bodyPr>
            <a:normAutofit/>
          </a:bodyPr>
          <a:lstStyle/>
          <a:p>
            <a:r>
              <a:rPr lang="hu-HU" sz="2800" dirty="0"/>
              <a:t>PF 1. </a:t>
            </a:r>
            <a:r>
              <a:rPr lang="hu-HU" sz="2800" dirty="0" smtClean="0"/>
              <a:t>	– 	választás					– 		</a:t>
            </a:r>
            <a:r>
              <a:rPr lang="hu-HU" sz="2600" dirty="0" smtClean="0"/>
              <a:t>2025.12.27</a:t>
            </a:r>
          </a:p>
          <a:p>
            <a:endParaRPr lang="hu-HU" sz="2800" dirty="0" smtClean="0"/>
          </a:p>
          <a:p>
            <a:pPr marL="342900" lvl="1" indent="-342900"/>
            <a:r>
              <a:rPr lang="hu-HU" sz="2800" dirty="0"/>
              <a:t>PF 2. </a:t>
            </a:r>
            <a:r>
              <a:rPr lang="hu-HU" sz="2800" dirty="0" smtClean="0"/>
              <a:t>	– 	specifikáció 				– 		</a:t>
            </a:r>
            <a:r>
              <a:rPr lang="hu-HU" sz="2600" dirty="0" smtClean="0"/>
              <a:t>2026.01.11.</a:t>
            </a:r>
            <a:endParaRPr lang="hu-HU" sz="2600" dirty="0"/>
          </a:p>
          <a:p>
            <a:endParaRPr lang="hu-HU" sz="2800" dirty="0" smtClean="0"/>
          </a:p>
          <a:p>
            <a:r>
              <a:rPr lang="hu-HU" sz="2800" dirty="0"/>
              <a:t>PF 3</a:t>
            </a:r>
            <a:r>
              <a:rPr lang="hu-HU" sz="2800" dirty="0" smtClean="0"/>
              <a:t>.	– 	félkész megoldás 		– 		2026.01.25.</a:t>
            </a:r>
          </a:p>
          <a:p>
            <a:pPr marL="0" indent="0">
              <a:buNone/>
            </a:pPr>
            <a:endParaRPr lang="hu-HU" sz="2800" dirty="0" smtClean="0"/>
          </a:p>
          <a:p>
            <a:r>
              <a:rPr lang="hu-HU" sz="2800" dirty="0"/>
              <a:t>PF 4</a:t>
            </a:r>
            <a:r>
              <a:rPr lang="hu-HU" sz="2800" dirty="0" smtClean="0"/>
              <a:t>.	– 	végleges </a:t>
            </a:r>
            <a:r>
              <a:rPr lang="hu-HU" sz="2800" dirty="0"/>
              <a:t>program </a:t>
            </a:r>
            <a:r>
              <a:rPr lang="hu-HU" sz="2800" dirty="0" smtClean="0"/>
              <a:t>	– 		2025.02.15.</a:t>
            </a: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3126877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Követelmények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 err="1" smtClean="0"/>
              <a:t>Lsd</a:t>
            </a:r>
            <a:r>
              <a:rPr lang="hu-HU" sz="2400" dirty="0" smtClean="0"/>
              <a:t>. Követelmények.pdf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2699549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Viták elkerülése végett 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dirty="0" smtClean="0"/>
              <a:t>Hibás fájl</a:t>
            </a:r>
          </a:p>
          <a:p>
            <a:r>
              <a:rPr lang="hu-HU" sz="2800" dirty="0" smtClean="0"/>
              <a:t>Programkód kommentben</a:t>
            </a:r>
          </a:p>
          <a:p>
            <a:r>
              <a:rPr lang="hu-HU" sz="2800" dirty="0" smtClean="0"/>
              <a:t>Túl nagy a </a:t>
            </a:r>
            <a:r>
              <a:rPr lang="hu-HU" sz="2800" dirty="0" err="1" smtClean="0"/>
              <a:t>pdf</a:t>
            </a:r>
            <a:endParaRPr lang="hu-HU" sz="2800" dirty="0" smtClean="0"/>
          </a:p>
          <a:p>
            <a:r>
              <a:rPr lang="hu-HU" sz="2800" dirty="0" smtClean="0"/>
              <a:t>Technikai hiányosság</a:t>
            </a:r>
          </a:p>
          <a:p>
            <a:r>
              <a:rPr lang="hu-HU" sz="2800" dirty="0" smtClean="0"/>
              <a:t>Adatvagyon</a:t>
            </a:r>
          </a:p>
          <a:p>
            <a:r>
              <a:rPr lang="hu-HU" sz="2800" dirty="0" smtClean="0"/>
              <a:t>Plágiumteszt</a:t>
            </a: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1427113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Végleges megoldás értékelése 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r>
              <a:rPr lang="hu-HU" sz="2800" dirty="0"/>
              <a:t>Programkód </a:t>
            </a:r>
            <a:r>
              <a:rPr lang="hu-HU" sz="2800" dirty="0" smtClean="0"/>
              <a:t>minősége</a:t>
            </a:r>
          </a:p>
          <a:p>
            <a:pPr lvl="1"/>
            <a:r>
              <a:rPr lang="hu-HU" sz="2400" dirty="0" smtClean="0"/>
              <a:t>Modulok</a:t>
            </a:r>
          </a:p>
          <a:p>
            <a:pPr lvl="1"/>
            <a:r>
              <a:rPr lang="hu-HU" sz="2400" dirty="0" err="1" smtClean="0"/>
              <a:t>Dekompozició</a:t>
            </a:r>
            <a:r>
              <a:rPr lang="hu-HU" sz="2400" dirty="0" smtClean="0"/>
              <a:t> (túl nagy függvények ne)</a:t>
            </a:r>
          </a:p>
          <a:p>
            <a:pPr lvl="1"/>
            <a:r>
              <a:rPr lang="hu-HU" sz="2400" dirty="0" smtClean="0"/>
              <a:t>Adatszerkezet</a:t>
            </a:r>
          </a:p>
          <a:p>
            <a:pPr lvl="1"/>
            <a:r>
              <a:rPr lang="hu-HU" sz="2400" dirty="0" smtClean="0"/>
              <a:t>Erőforráskezelés</a:t>
            </a:r>
          </a:p>
          <a:p>
            <a:pPr lvl="1"/>
            <a:r>
              <a:rPr lang="hu-HU" sz="2400" dirty="0" smtClean="0"/>
              <a:t>Kódolási stílus! (van main, nincs </a:t>
            </a:r>
            <a:r>
              <a:rPr lang="hu-HU" sz="2400" dirty="0" err="1" smtClean="0"/>
              <a:t>global</a:t>
            </a:r>
            <a:r>
              <a:rPr lang="hu-HU" sz="2400" dirty="0" smtClean="0"/>
              <a:t>)</a:t>
            </a:r>
          </a:p>
          <a:p>
            <a:r>
              <a:rPr lang="hu-HU" sz="2800" dirty="0"/>
              <a:t>Dokumentáció </a:t>
            </a:r>
            <a:r>
              <a:rPr lang="hu-HU" sz="2800" dirty="0" smtClean="0"/>
              <a:t>általában </a:t>
            </a:r>
          </a:p>
          <a:p>
            <a:pPr lvl="1"/>
            <a:r>
              <a:rPr lang="hu-HU" sz="2400" dirty="0"/>
              <a:t>Programozói dokumentáció </a:t>
            </a:r>
            <a:endParaRPr lang="hu-HU" sz="2400" dirty="0" smtClean="0"/>
          </a:p>
          <a:p>
            <a:pPr lvl="1"/>
            <a:r>
              <a:rPr lang="hu-HU" sz="2400" dirty="0"/>
              <a:t>Felhasználói dokumentáció </a:t>
            </a:r>
            <a:endParaRPr lang="hu-HU" sz="2400" dirty="0" smtClean="0"/>
          </a:p>
        </p:txBody>
      </p:sp>
    </p:spTree>
    <p:extLst>
      <p:ext uri="{BB962C8B-B14F-4D97-AF65-F5344CB8AC3E}">
        <p14:creationId xmlns:p14="http://schemas.microsoft.com/office/powerpoint/2010/main" val="3393002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Tippek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dirty="0" smtClean="0"/>
              <a:t>Közel álló feladat választás</a:t>
            </a:r>
          </a:p>
          <a:p>
            <a:r>
              <a:rPr lang="hu-HU" sz="2800" dirty="0" smtClean="0"/>
              <a:t>Utolsó pillanat</a:t>
            </a:r>
          </a:p>
          <a:p>
            <a:r>
              <a:rPr lang="hu-HU" sz="2800" dirty="0" smtClean="0"/>
              <a:t>Hibakeresés (aludni rá egyet)</a:t>
            </a:r>
          </a:p>
          <a:p>
            <a:r>
              <a:rPr lang="hu-HU" sz="2800" dirty="0" smtClean="0"/>
              <a:t>Időt 2x meg</a:t>
            </a:r>
          </a:p>
          <a:p>
            <a:r>
              <a:rPr lang="hu-HU" sz="2800" dirty="0" err="1" smtClean="0"/>
              <a:t>Copy-paste</a:t>
            </a:r>
            <a:r>
              <a:rPr lang="hu-HU" sz="2800" dirty="0" smtClean="0"/>
              <a:t>…</a:t>
            </a:r>
          </a:p>
          <a:p>
            <a:r>
              <a:rPr lang="hu-HU" sz="2800" dirty="0" smtClean="0"/>
              <a:t>Követelménylistán végig futni</a:t>
            </a: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948078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5letek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80665" y="1905000"/>
            <a:ext cx="8915400" cy="4242844"/>
          </a:xfrm>
        </p:spPr>
        <p:txBody>
          <a:bodyPr numCol="2">
            <a:noAutofit/>
          </a:bodyPr>
          <a:lstStyle/>
          <a:p>
            <a:r>
              <a:rPr lang="hu-HU" sz="2800" dirty="0" smtClean="0"/>
              <a:t>Játékok</a:t>
            </a:r>
          </a:p>
          <a:p>
            <a:pPr lvl="1"/>
            <a:r>
              <a:rPr lang="hu-HU" sz="2400" dirty="0" smtClean="0"/>
              <a:t>Amőba, </a:t>
            </a:r>
            <a:r>
              <a:rPr lang="hu-HU" sz="2400" dirty="0" err="1" smtClean="0"/>
              <a:t>kártyajéték</a:t>
            </a:r>
            <a:r>
              <a:rPr lang="hu-HU" sz="2400" dirty="0" smtClean="0"/>
              <a:t>, kígyó</a:t>
            </a:r>
          </a:p>
          <a:p>
            <a:pPr lvl="1"/>
            <a:endParaRPr lang="hu-HU" sz="2400" dirty="0" smtClean="0"/>
          </a:p>
          <a:p>
            <a:r>
              <a:rPr lang="hu-HU" sz="2800" dirty="0" smtClean="0"/>
              <a:t>Matematikai jellegű:</a:t>
            </a:r>
          </a:p>
          <a:p>
            <a:pPr lvl="1"/>
            <a:r>
              <a:rPr lang="hu-HU" sz="2400" dirty="0" smtClean="0"/>
              <a:t>Gráf tárolása, négyszín-tétel</a:t>
            </a:r>
          </a:p>
          <a:p>
            <a:pPr lvl="1"/>
            <a:endParaRPr lang="hu-HU" sz="2400" dirty="0" smtClean="0"/>
          </a:p>
          <a:p>
            <a:r>
              <a:rPr lang="hu-HU" sz="2800" dirty="0"/>
              <a:t>Számítástechnika, </a:t>
            </a:r>
            <a:r>
              <a:rPr lang="hu-HU" sz="2800" dirty="0" smtClean="0"/>
              <a:t>algoritmusok</a:t>
            </a:r>
          </a:p>
          <a:p>
            <a:pPr lvl="1"/>
            <a:r>
              <a:rPr lang="hu-HU" sz="2400" dirty="0" smtClean="0"/>
              <a:t>Rendező algoritmus, képfeldolgozás</a:t>
            </a:r>
            <a:endParaRPr lang="hu-HU" sz="2400" dirty="0"/>
          </a:p>
          <a:p>
            <a:pPr lvl="1"/>
            <a:endParaRPr lang="hu-HU" sz="2400" dirty="0" smtClean="0"/>
          </a:p>
          <a:p>
            <a:r>
              <a:rPr lang="hu-HU" sz="2800" dirty="0"/>
              <a:t>Nyilvántartás </a:t>
            </a:r>
            <a:r>
              <a:rPr lang="hu-HU" sz="2800" dirty="0" smtClean="0"/>
              <a:t>jellegű</a:t>
            </a:r>
          </a:p>
          <a:p>
            <a:pPr lvl="1"/>
            <a:r>
              <a:rPr lang="hu-HU" sz="2400" dirty="0" smtClean="0"/>
              <a:t>Telefonkönyv, étterem</a:t>
            </a:r>
          </a:p>
        </p:txBody>
      </p:sp>
    </p:spTree>
    <p:extLst>
      <p:ext uri="{BB962C8B-B14F-4D97-AF65-F5344CB8AC3E}">
        <p14:creationId xmlns:p14="http://schemas.microsoft.com/office/powerpoint/2010/main" val="3459180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Specifikáció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589212" y="1604210"/>
            <a:ext cx="8915400" cy="4659938"/>
          </a:xfrm>
        </p:spPr>
        <p:txBody>
          <a:bodyPr>
            <a:normAutofit/>
          </a:bodyPr>
          <a:lstStyle/>
          <a:p>
            <a:r>
              <a:rPr lang="hu-HU" sz="2800" dirty="0" smtClean="0"/>
              <a:t>Nem magadnak írod, más programozónak/fejlesztőnek</a:t>
            </a:r>
          </a:p>
          <a:p>
            <a:endParaRPr lang="hu-HU" sz="2800" dirty="0" smtClean="0"/>
          </a:p>
          <a:p>
            <a:r>
              <a:rPr lang="hu-HU" sz="2800" dirty="0" smtClean="0"/>
              <a:t>Részletesség</a:t>
            </a:r>
          </a:p>
          <a:p>
            <a:pPr lvl="1"/>
            <a:r>
              <a:rPr lang="hu-HU" sz="2400" dirty="0" smtClean="0"/>
              <a:t>Két külön álló programozó elkészíti a programot ugyanabból a </a:t>
            </a:r>
            <a:r>
              <a:rPr lang="hu-HU" sz="2400" dirty="0" err="1" smtClean="0"/>
              <a:t>spec.ből</a:t>
            </a:r>
            <a:r>
              <a:rPr lang="hu-HU" sz="2400" dirty="0" smtClean="0"/>
              <a:t> akkor kívülről nézve nagyon hasonló programoknak kell létrejönniük</a:t>
            </a:r>
          </a:p>
          <a:p>
            <a:endParaRPr lang="hu-HU" sz="2800" dirty="0" smtClean="0"/>
          </a:p>
          <a:p>
            <a:r>
              <a:rPr lang="hu-HU" sz="2800" dirty="0" smtClean="0"/>
              <a:t>Gondolatébresztők a </a:t>
            </a:r>
            <a:r>
              <a:rPr lang="hu-HU" sz="2800" dirty="0" err="1" smtClean="0"/>
              <a:t>specpdf-ben</a:t>
            </a:r>
            <a:r>
              <a:rPr lang="hu-HU" sz="2800" dirty="0" smtClean="0"/>
              <a:t> található</a:t>
            </a: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1103396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Beadás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dirty="0" smtClean="0"/>
              <a:t>Ügyelj a követelményre</a:t>
            </a:r>
          </a:p>
          <a:p>
            <a:endParaRPr lang="hu-HU" sz="2800" dirty="0" smtClean="0"/>
          </a:p>
          <a:p>
            <a:r>
              <a:rPr lang="hu-HU" sz="2800" dirty="0" smtClean="0"/>
              <a:t>Utólagos módosítás nincs a határidő leteltével</a:t>
            </a:r>
          </a:p>
          <a:p>
            <a:endParaRPr lang="hu-HU" sz="2800" dirty="0" smtClean="0"/>
          </a:p>
          <a:p>
            <a:r>
              <a:rPr lang="hu-HU" sz="2800" dirty="0" smtClean="0"/>
              <a:t>A határidő be nem tartása saját dolga mindenkinek</a:t>
            </a:r>
          </a:p>
          <a:p>
            <a:pPr lvl="1"/>
            <a:r>
              <a:rPr lang="hu-HU" sz="2400" dirty="0" smtClean="0"/>
              <a:t>Aki nem tartja be, az így járt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3052058895"/>
      </p:ext>
    </p:extLst>
  </p:cSld>
  <p:clrMapOvr>
    <a:masterClrMapping/>
  </p:clrMapOvr>
</p:sld>
</file>

<file path=ppt/theme/theme1.xml><?xml version="1.0" encoding="utf-8"?>
<a:theme xmlns:a="http://schemas.openxmlformats.org/drawingml/2006/main" name="Szálak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125</TotalTime>
  <Words>207</Words>
  <Application>Microsoft Office PowerPoint</Application>
  <PresentationFormat>Szélesvásznú</PresentationFormat>
  <Paragraphs>66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Szálak</vt:lpstr>
      <vt:lpstr>Projekt feladat</vt:lpstr>
      <vt:lpstr>Határidők betartása </vt:lpstr>
      <vt:lpstr>Részfeladatok</vt:lpstr>
      <vt:lpstr>Követelmények</vt:lpstr>
      <vt:lpstr>Viták elkerülése végett </vt:lpstr>
      <vt:lpstr>Végleges megoldás értékelése </vt:lpstr>
      <vt:lpstr>Tippek</vt:lpstr>
      <vt:lpstr>5letek</vt:lpstr>
      <vt:lpstr>Specifikáció</vt:lpstr>
      <vt:lpstr>Beadás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feladat</dc:title>
  <dc:creator>Vince</dc:creator>
  <cp:lastModifiedBy>Vince</cp:lastModifiedBy>
  <cp:revision>13</cp:revision>
  <dcterms:created xsi:type="dcterms:W3CDTF">2025-01-13T09:14:08Z</dcterms:created>
  <dcterms:modified xsi:type="dcterms:W3CDTF">2025-12-13T11:23:33Z</dcterms:modified>
</cp:coreProperties>
</file>